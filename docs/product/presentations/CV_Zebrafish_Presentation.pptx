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Madu opens by introducing the project purpose: simplifying zebrafish movement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Madu explains inefficiencies and barriers in current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Finn introduces how CV Zebrafish automates and simplifies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Jacob explains measurable efficiency and accessibility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Nilesh explains workflow and technology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Finn shows UI workflow screenshots and explains time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Jacob highlights semester achievements and remaining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Madu explains agile workflow and modular design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Finn presents ROI and quantifiable efficiency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Jacob outlines competitive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Madu describes roadmap milestones and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Finn emphasizes high ROI and low-risk continuation.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Madu summarizes and invites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CV Zebrafish — Boardroom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Accelerating Zebrafish Movement Analysis through Automated Visualization</a:t>
            </a:r>
          </a:p>
          <a:p/>
          <a:p>
            <a:r>
              <a:t>Presenters: Madu, Nilesh, Jacob, Finn</a:t>
            </a:r>
          </a:p>
          <a:p>
            <a:r>
              <a:t>Client: Dr. Mohini Sengupta | Advisor: Dr. Daniel Shown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Researchers rely on DeepLabCut but struggle converting raw data into insights.</a:t>
            </a:r>
          </a:p>
          <a:p>
            <a:r>
              <a:t>• Manual CSV validation and scripting required.</a:t>
            </a:r>
          </a:p>
          <a:p>
            <a:r>
              <a:t>• High learning curve and error rate.</a:t>
            </a:r>
          </a:p>
          <a:p>
            <a:r>
              <a:t>• 2–3 hours per dataset lost to manual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— CV Zebrafish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desktop app that transforms DeepLabCut data into publication-ready graphs.</a:t>
            </a:r>
          </a:p>
          <a:p/>
          <a:p>
            <a:r>
              <a:t>• One-click visualization</a:t>
            </a:r>
          </a:p>
          <a:p>
            <a:r>
              <a:t>• Automatic validation</a:t>
            </a:r>
          </a:p>
          <a:p>
            <a:r>
              <a:t>• Config generation</a:t>
            </a:r>
          </a:p>
          <a:p>
            <a:r>
              <a:t>• No coding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Primary: Sengupta Lab (SLU)</a:t>
            </a:r>
          </a:p>
          <a:p>
            <a:r>
              <a:t>Secondary: Zebrafish research community</a:t>
            </a:r>
          </a:p>
          <a:p/>
          <a:p>
            <a:r>
              <a:t>• 90% reduction in analysis time</a:t>
            </a:r>
          </a:p>
          <a:p>
            <a:r>
              <a:t>• Standardized results</a:t>
            </a:r>
          </a:p>
          <a:p>
            <a:r>
              <a:t>• Enables non-technical users</a:t>
            </a:r>
          </a:p>
          <a:p>
            <a:r>
              <a:t>• Streamlines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DeepLabCut CSV → Output: Movement Graphs</a:t>
            </a:r>
          </a:p>
          <a:p/>
          <a:p>
            <a:r>
              <a:t>Core Functions:</a:t>
            </a:r>
          </a:p>
          <a:p>
            <a:r>
              <a:t>1. CSV validation</a:t>
            </a:r>
          </a:p>
          <a:p>
            <a:r>
              <a:t>2. Config generation</a:t>
            </a:r>
          </a:p>
          <a:p>
            <a:r>
              <a:t>3. Kinematic metrics (fin angles, yaw, spine motion)</a:t>
            </a:r>
          </a:p>
          <a:p>
            <a:r>
              <a:t>4. Visualization (Plotly)</a:t>
            </a:r>
          </a:p>
          <a:p/>
          <a:p>
            <a:r>
              <a:t>Stack: Python, PyQt5, Plotly, NumPy, Pandas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CSV Upload → Validation → Config → Calculation → Graph View →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Accomplished This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UI Framework complete</a:t>
            </a:r>
          </a:p>
          <a:p>
            <a:r>
              <a:t>✅ Data validation ready</a:t>
            </a:r>
          </a:p>
          <a:p>
            <a:r>
              <a:t>✅ JSON auto-generation</a:t>
            </a:r>
          </a:p>
          <a:p>
            <a:r>
              <a:t>✅ Calculation engine implemented</a:t>
            </a:r>
          </a:p>
          <a:p>
            <a:r>
              <a:t>🚧 Graph generation in progress</a:t>
            </a:r>
          </a:p>
          <a:p>
            <a:r>
              <a:t>🚧 Export functions in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Process &amp;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Roles:</a:t>
            </a:r>
          </a:p>
          <a:p>
            <a:r>
              <a:t>• Madu – Integration, architecture</a:t>
            </a:r>
          </a:p>
          <a:p>
            <a:r>
              <a:t>• Nilesh, Jacob, Finn – Rotating features</a:t>
            </a:r>
          </a:p>
          <a:p/>
          <a:p>
            <a:r>
              <a:t>Methodology: Agile (2-week sprints)</a:t>
            </a:r>
          </a:p>
          <a:p/>
          <a:p>
            <a:r>
              <a:t>Decisions:</a:t>
            </a:r>
          </a:p>
          <a:p>
            <a:r>
              <a:t>• Python ecosystem compatibility</a:t>
            </a:r>
          </a:p>
          <a:p>
            <a:r>
              <a:t>• PyQt5 for offline GUI</a:t>
            </a:r>
          </a:p>
          <a:p>
            <a:r>
              <a:t>• Modular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2–3 hrs per dataset → After: 5 mins</a:t>
            </a:r>
          </a:p>
          <a:p/>
          <a:p>
            <a:r>
              <a:t>~2.5 hrs saved → ~$100 per dataset</a:t>
            </a:r>
          </a:p>
          <a:p>
            <a:r>
              <a:t>50 datasets/year = $5,000 annual savings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Zebrafish-specific metrics</a:t>
            </a:r>
          </a:p>
          <a:p>
            <a:r>
              <a:t>2. DeepLabCut integration</a:t>
            </a:r>
          </a:p>
          <a:p>
            <a:r>
              <a:t>3. Open-source, no license fees</a:t>
            </a:r>
          </a:p>
          <a:p>
            <a:r>
              <a:t>4. Cross-platform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(4–6 wks): Complete graphing, add export, conduct user tests</a:t>
            </a:r>
          </a:p>
          <a:p>
            <a:r>
              <a:t>6–12 mos: Batch analysis, 3D visualizations,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Invest:</a:t>
            </a:r>
          </a:p>
          <a:p>
            <a:r>
              <a:t>• Strong foundation</a:t>
            </a:r>
          </a:p>
          <a:p>
            <a:r>
              <a:t>• Low technical risk</a:t>
            </a:r>
          </a:p>
          <a:p>
            <a:r>
              <a:t>• Immediate lab impact</a:t>
            </a:r>
          </a:p>
          <a:p/>
          <a:p>
            <a:r>
              <a:t>Risks if stopped:</a:t>
            </a:r>
          </a:p>
          <a:p>
            <a:r>
              <a:t>• Unusable prototype</a:t>
            </a:r>
          </a:p>
          <a:p>
            <a:r>
              <a:t>• Lost knowledge &amp; momentum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CV Zebrafish = High Impact, Low Risk Investment</a:t>
            </a:r>
          </a:p>
          <a:p/>
          <a:p>
            <a:r>
              <a:t>• Validated need, guaranteed adoption</a:t>
            </a:r>
          </a:p>
          <a:p>
            <a:r>
              <a:t>• Scalable, publishable, educational</a:t>
            </a:r>
          </a:p>
          <a:p/>
          <a:p>
            <a:r>
              <a:t>→ Request: One more funded iteration to complete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